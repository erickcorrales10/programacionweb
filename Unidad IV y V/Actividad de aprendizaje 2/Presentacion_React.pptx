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85b1440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85b1440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85b1440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85b1440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85b14402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85b14402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85b1440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85b1440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985b1440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985b1440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85b1440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985b1440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85b1440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85b1440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985b1440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985b1440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985b1440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985b1440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985b14402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985b14402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985b14402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985b1440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874800" y="1036100"/>
            <a:ext cx="5667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Instituto Tecnológico de Tijuana</a:t>
            </a:r>
            <a:endParaRPr sz="22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246050" y="1817725"/>
            <a:ext cx="81717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Corrales Quintero Erick Roberto - 23211004</a:t>
            </a:r>
            <a:endParaRPr sz="1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Programación Web</a:t>
            </a:r>
            <a:endParaRPr sz="1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Agosto - Diciembre 2025</a:t>
            </a:r>
            <a:endParaRPr sz="1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Unidad: </a:t>
            </a: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 y V</a:t>
            </a:r>
            <a:endParaRPr sz="1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Actividad de aprendizaje 2</a:t>
            </a:r>
            <a:endParaRPr sz="1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Maestro: </a:t>
            </a: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José Jonathan Peréz Castro</a:t>
            </a:r>
            <a:endParaRPr sz="1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s" sz="16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Tijuana, Baja California a 24 noviembre de 2025</a:t>
            </a:r>
            <a:endParaRPr sz="170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75" y="75400"/>
            <a:ext cx="2108600" cy="6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7684" y="122775"/>
            <a:ext cx="2520741" cy="6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650" y="130488"/>
            <a:ext cx="343702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82475" y="57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Componentes Funcionales en React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665825" y="1441200"/>
            <a:ext cx="76887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componentes funcionales son funciones de JavaScript que devuelven JSX. Son la forma moderna y recomendada de crear componentes en React.</a:t>
            </a:r>
            <a:endParaRPr sz="8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function Saludo({ nombre }) {</a:t>
            </a:r>
            <a:endParaRPr sz="8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	return (</a:t>
            </a:r>
            <a:endParaRPr sz="8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		&lt;h1&gt;Erick Corrales&lt;/h1&gt;</a:t>
            </a:r>
            <a:endParaRPr sz="8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	)</a:t>
            </a:r>
            <a:endParaRPr sz="8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8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801225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Componentes de Clase en React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801225" y="1484275"/>
            <a:ext cx="7688700" cy="3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578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la forma tradicional (anterior a Hooks) de crear componentes en React. Necesitan extender React.Component, manejan estados con this.state y usan métodos de ciclo de vida como componentDidMount() o componentDidUpdate().</a:t>
            </a:r>
            <a:endParaRPr sz="578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Saludo extends React.Component {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render() {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return (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&lt;h1&gt;Erick Corrales&lt;/h1&gt;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)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8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68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15575" y="529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JSX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548350" y="1469925"/>
            <a:ext cx="82254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JSX es una extensión de JavaScript que permite escribir código similar a HTML dentro de JavaScript. Los archivos tienen el nombre archivo.jsx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const elemento = &lt;h1&gt;Bienvenido, {usuario.nombre}&lt;/h1&gt;;</a:t>
            </a:r>
            <a:endParaRPr sz="1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Este tipo de archivo no lo entiende el navegador, se debe de convertir a JS para ser utilizado.</a:t>
            </a:r>
            <a:endParaRPr sz="1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favicon.icon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9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Es el ícono pequeño que aparece en:</a:t>
            </a:r>
            <a:endParaRPr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s">
                <a:solidFill>
                  <a:schemeClr val="dk2"/>
                </a:solidFill>
              </a:rPr>
              <a:t>La pestaña del navegador</a:t>
            </a:r>
            <a:br>
              <a:rPr lang="e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s">
                <a:solidFill>
                  <a:schemeClr val="dk2"/>
                </a:solidFill>
              </a:rPr>
              <a:t>Los marcadores/favoritos</a:t>
            </a:r>
            <a:br>
              <a:rPr lang="e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s">
                <a:solidFill>
                  <a:schemeClr val="dk2"/>
                </a:solidFill>
              </a:rPr>
              <a:t>Las búsquedas en dispositivos móviles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Se referencia en el &lt;head&gt; del index.html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index.html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8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Dentro de una proyecto con React el archivo index.html es el archivo HTML principal para mostrar la </a:t>
            </a:r>
            <a:r>
              <a:rPr lang="es" sz="1600">
                <a:solidFill>
                  <a:schemeClr val="dk2"/>
                </a:solidFill>
              </a:rPr>
              <a:t>página</a:t>
            </a:r>
            <a:r>
              <a:rPr lang="es" sz="1600">
                <a:solidFill>
                  <a:schemeClr val="dk2"/>
                </a:solidFill>
              </a:rPr>
              <a:t> en el navegador. Este archivo contiene metadatos, referencias los archivos externos, y el contenedor donde React monta la app para renderizar.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&lt;div id=”root”&gt;&lt;/div&gt;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En una aplicación React solamente hay un archivo HTML, los proyectos React funcionan con SPA (Single Page Application)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801225" y="615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carpeta src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7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la carpeta donde vive todo el código fuente de la aplicación.</a:t>
            </a:r>
            <a:endParaRPr sz="7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" sz="7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App.js</a:t>
            </a:r>
            <a:r>
              <a:rPr lang="es" sz="7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componente principal</a:t>
            </a:r>
            <a:endParaRPr sz="7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" sz="7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App.css</a:t>
            </a:r>
            <a:r>
              <a:rPr lang="es" sz="7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estilos del componente App</a:t>
            </a:r>
            <a:endParaRPr sz="7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" sz="7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index.js</a:t>
            </a:r>
            <a:r>
              <a:rPr lang="es" sz="7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punto de entrada</a:t>
            </a:r>
            <a:endParaRPr sz="7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" sz="7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index.css</a:t>
            </a:r>
            <a:r>
              <a:rPr lang="es" sz="7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estilos globales</a:t>
            </a:r>
            <a:endParaRPr sz="7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lang="es" sz="7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App.test.js</a:t>
            </a:r>
            <a:r>
              <a:rPr lang="es" sz="7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pruebas</a:t>
            </a:r>
            <a:endParaRPr sz="7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7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8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archivos App.css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ontiene estilos solo del componente App. Se importa dentro de </a:t>
            </a:r>
            <a:r>
              <a:rPr lang="es" sz="1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App.js</a:t>
            </a:r>
            <a:r>
              <a:rPr lang="e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import './App.css';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permite separar estilos por componente, siguiendo la idea de componentes modulares.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App.js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8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Es el componente principal que actúa como la raíz de la aplicación. Contiene la interfaz principal, es el archivo principal JavaScript.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function App() {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	return (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		&lt;div&gt;&lt;h1&gt;Mi App en React&lt;h1&gt;&lt;/div&gt;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	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}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7650" y="529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App.test.js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620125" y="1369450"/>
            <a:ext cx="7797900" cy="3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Es el archivo donde se describen las pruebas unitarias del componente App.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Este archivo utiliza un framework (Jest) y una librería (React Testing Library) para pruebas.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test(‘renders learn react link’, () =&gt; {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	render(&lt;App /&gt;)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	const linkElement = screen.getByText(/learn react/i)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</a:rPr>
              <a:t>	expect(linkElement).toBeInTheDocument()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chemeClr val="dk2"/>
                </a:solidFill>
              </a:rPr>
              <a:t>})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index.css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archivo de estilo global para el archivo principal de la aplicación.</a:t>
            </a: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5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53"/>
              <a:buFont typeface="Arial"/>
              <a:buChar char="●"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aplica antes de renderizar la App.</a:t>
            </a:r>
            <a:b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3"/>
              <a:buFont typeface="Arial"/>
              <a:buChar char="●"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Contiene estilos como:</a:t>
            </a: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body {</a:t>
            </a: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margin: 0;</a:t>
            </a: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font-family: Arial;</a:t>
            </a: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s" sz="16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16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007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58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archivo index.js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505300" y="1441225"/>
            <a:ext cx="7912800" cy="28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 el punto de entrada donde React inicializa la aplicación.</a:t>
            </a:r>
            <a:endParaRPr sz="620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14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s" sz="620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 React y ReactDOM.</a:t>
            </a:r>
            <a:endParaRPr sz="620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147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s" sz="620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 estilos globales (index.css).</a:t>
            </a:r>
            <a:endParaRPr sz="620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147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s" sz="620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Renderiza el componente </a:t>
            </a:r>
            <a:r>
              <a:rPr lang="es" sz="6207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&lt;App /&gt;</a:t>
            </a:r>
            <a:r>
              <a:rPr lang="es" sz="620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dentro del div </a:t>
            </a:r>
            <a:r>
              <a:rPr lang="es" sz="6207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root de index.html</a:t>
            </a:r>
            <a:r>
              <a:rPr lang="es" sz="620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620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React from ‘react’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ReactDOM from ‘react-dom/client’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App from ‘./App’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‘./index.css’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ReactDOM.createRoot(document.getElementById(‘root’)).render(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&lt;App /&gt;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20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